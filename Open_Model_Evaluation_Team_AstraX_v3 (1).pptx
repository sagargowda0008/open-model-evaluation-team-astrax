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4DA8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GPT-OSS-120B</c:v>
                  </c:pt>
                  <c:pt idx="1">
                    <c:v>Qwen 3.8</c:v>
                  </c:pt>
                  <c:pt idx="2">
                    <c:v>Gemma 4 31B</c:v>
                  </c:pt>
                  <c:pt idx="3">
                    <c:v>Gemma 4 26B</c:v>
                  </c:pt>
                  <c:pt idx="4">
                    <c:v>GPT-OSS-20B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89</c:v>
                </c:pt>
                <c:pt idx="2">
                  <c:v>87</c:v>
                </c:pt>
                <c:pt idx="3">
                  <c:v>85</c:v>
                </c:pt>
                <c:pt idx="4">
                  <c:v>82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C9DD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1F3A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DA4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457200"/>
            <a:ext cx="3657600" cy="3657600"/>
          </a:xfrm>
          <a:prstGeom prst="ellipse">
            <a:avLst/>
          </a:prstGeom>
          <a:solidFill>
            <a:srgbClr val="00C2FF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HACKTOBERFEST  •  OPEN MODEL EVALUATION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Open-Weight AI Models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Model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4023360" cy="1097280"/>
          </a:xfrm>
          <a:prstGeom prst="roundRect">
            <a:avLst>
              <a:gd name="adj" fmla="val 11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AstraX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Naveen Kumar R  •  Ghanavanth P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Sagar MR  •  Veerabhadresh T 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1737360" cy="411480"/>
          </a:xfrm>
          <a:prstGeom prst="roundRect">
            <a:avLst>
              <a:gd name="adj" fmla="val 31111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72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Hacktoberfest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822960"/>
            <a:ext cx="3108960" cy="3108960"/>
          </a:xfrm>
          <a:prstGeom prst="ellipse">
            <a:avLst/>
          </a:prstGeom>
          <a:solidFill>
            <a:srgbClr val="00C2FF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325880"/>
            <a:ext cx="1737360" cy="1737360"/>
          </a:xfrm>
          <a:prstGeom prst="roundRect">
            <a:avLst>
              <a:gd name="adj" fmla="val 21053"/>
            </a:avLst>
          </a:prstGeom>
          <a:solidFill>
            <a:srgbClr val="E9F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828800"/>
            <a:ext cx="1280160" cy="777240"/>
          </a:xfrm>
          <a:prstGeom prst="roundRect">
            <a:avLst>
              <a:gd name="adj" fmla="val 35294"/>
            </a:avLst>
          </a:prstGeom>
          <a:solidFill>
            <a:srgbClr val="0B2C5C"/>
          </a:solidFill>
          <a:ln/>
        </p:spPr>
      </p:sp>
      <p:sp>
        <p:nvSpPr>
          <p:cNvPr id="13" name="Shape 11"/>
          <p:cNvSpPr/>
          <p:nvPr/>
        </p:nvSpPr>
        <p:spPr>
          <a:xfrm>
            <a:off x="6766560" y="2057400"/>
            <a:ext cx="256032" cy="256032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0" y="2057400"/>
            <a:ext cx="256032" cy="256032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269480" y="868680"/>
            <a:ext cx="54864" cy="4572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178040" y="749808"/>
            <a:ext cx="228600" cy="228600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9400" y="3154680"/>
            <a:ext cx="1280160" cy="914400"/>
          </a:xfrm>
          <a:prstGeom prst="roundRect">
            <a:avLst>
              <a:gd name="adj" fmla="val 25000"/>
            </a:avLst>
          </a:prstGeom>
          <a:solidFill>
            <a:srgbClr val="E9F2FF"/>
          </a:solidFill>
          <a:ln w="12700">
            <a:solidFill>
              <a:srgbClr val="00C2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Models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822960"/>
          </a:xfrm>
          <a:prstGeom prst="roundRect">
            <a:avLst>
              <a:gd name="adj" fmla="val 155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430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and compare open-weight AI models using official documentation and structured testing.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Compared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804672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291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B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GPT-OSS-20B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GPT-OSS-120B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 3.8 27B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Alibaba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4 31B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4 26B A4B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ASTRAX  •  OPEN MODEL EVALUATION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Sheet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64592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B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GPT-OSS-20B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specification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GPT-OSS-120B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specification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 3.8 27B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specification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4 31B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specification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4 26B A4B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specification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611880"/>
            <a:ext cx="2560320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from each model card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64408" y="3611880"/>
            <a:ext cx="2560320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47288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details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447288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from each model card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0176" y="3611880"/>
            <a:ext cx="2560320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63056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Intended use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163056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from each model card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ASTRAX  •  OPEN MODEL EVALUATION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Categories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475488"/>
          </a:xfrm>
          <a:prstGeom prst="roundRect">
            <a:avLst>
              <a:gd name="adj" fmla="val 2692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02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&amp; Mathematics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03704"/>
            <a:ext cx="4206240" cy="475488"/>
          </a:xfrm>
          <a:prstGeom prst="roundRect">
            <a:avLst>
              <a:gd name="adj" fmla="val 2692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0370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0370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 Accuracy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4206240" cy="475488"/>
          </a:xfrm>
          <a:prstGeom prst="roundRect">
            <a:avLst>
              <a:gd name="adj" fmla="val 2692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0720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80720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Following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4206240" cy="475488"/>
          </a:xfrm>
          <a:prstGeom prst="roundRect">
            <a:avLst>
              <a:gd name="adj" fmla="val 2692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41071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41071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Languages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4206240" cy="475488"/>
          </a:xfrm>
          <a:prstGeom prst="roundRect">
            <a:avLst>
              <a:gd name="adj" fmla="val 2692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1421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01421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Ethics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20640" y="1097280"/>
            <a:ext cx="3474720" cy="3383280"/>
          </a:xfrm>
          <a:prstGeom prst="roundRect">
            <a:avLst>
              <a:gd name="adj" fmla="val 378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Testing Rules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182880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prompts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settings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temperature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conversation each prompt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scorers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ASTRAX  •  OPEN MODEL EVALUATION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3246120"/>
          </a:xfrm>
          <a:prstGeom prst="roundRect">
            <a:avLst>
              <a:gd name="adj" fmla="val 394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731520" y="1188720"/>
          <a:ext cx="7680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scores. Replace with actual results.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ASTRAX  •  OPEN MODEL EVALUATION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Category-Wise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280160"/>
                <a:gridCol w="1280160"/>
                <a:gridCol w="1280160"/>
                <a:gridCol w="12801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GPT-OSS-20B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GPT-OSS-120B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 3.8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4 31B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4 26B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B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Reasoning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D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D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4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D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D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D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4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D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4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D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D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1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D98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  Green = Strong   •   Yellow = Moderate   •   Red = Weak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ratings. Replace with actual results.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ASTRAX  •  OPEN MODEL EVALUATION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Weaknesses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38328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GPT-OSS-120B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745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reasoning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6517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factual accuracy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290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4290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computational requirements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64408" y="1188720"/>
            <a:ext cx="2560320" cy="338328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47288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3.8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18745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13048" y="18745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multilingual support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26517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813048" y="26517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coding performance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34290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813048" y="34290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Occasional hallucinations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0176" y="1188720"/>
            <a:ext cx="2560320" cy="338328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63056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Models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163056" y="18745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28816" y="18745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instruction following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63056" y="26517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28816" y="26517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safety responses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163056" y="34290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528816" y="34290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answers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ASTRAX  •  OPEN MODEL EVALUATION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Issues Found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1371600"/>
          </a:xfrm>
          <a:prstGeom prst="roundRect">
            <a:avLst>
              <a:gd name="adj" fmla="val 9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184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models generated facts without evidence.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31920" cy="1371600"/>
          </a:xfrm>
          <a:prstGeom prst="roundRect">
            <a:avLst>
              <a:gd name="adj" fmla="val 9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6184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 Errors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057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JSON-only outputs.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931920" cy="1371600"/>
          </a:xfrm>
          <a:prstGeom prst="roundRect">
            <a:avLst>
              <a:gd name="adj" fmla="val 9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186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Issues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Mixed-language prompts reduced consistency.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3931920" cy="1371600"/>
          </a:xfrm>
          <a:prstGeom prst="roundRect">
            <a:avLst>
              <a:gd name="adj" fmla="val 9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32186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Reasoning Chains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models struggled with complex logic.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ASTRAX  •  OPEN MODEL EVALUATION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pPr indent="0" marL="0">
              <a:buNone/>
            </a:pP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4747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Recommended 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B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&amp; Analysis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DA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GPT-OSS-120B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DA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4 31B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Multilingual Applications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DA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 3.8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Cost-Efficient Deployment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DA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4 26B A4B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Lightweight Chatbots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DA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GPT-OSS-20B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4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749040"/>
            <a:ext cx="8046720" cy="868680"/>
          </a:xfrm>
          <a:prstGeom prst="roundRect">
            <a:avLst>
              <a:gd name="adj" fmla="val 1473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37947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model is best for all tasks. The ideal choice depends on application requirements.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ASTRAX  •  OPEN MODEL EVALUATION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References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291840"/>
          </a:xfrm>
          <a:prstGeom prst="roundRect">
            <a:avLst>
              <a:gd name="adj" fmla="val 38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models generally performed better in reasoning.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demonstrated strong multilingual capabilities.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models balanced safety and usability.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testing remains essential beyond model specifications.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3291840"/>
          </a:xfrm>
          <a:prstGeom prst="roundRect">
            <a:avLst>
              <a:gd name="adj" fmla="val 38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GPT-OSS Model Cards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Gemma Documentation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Documentation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Playground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Studio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LMArena Leaderboard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ASTRAX  •  OPEN MODEL EVALUATION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0" y="365760"/>
            <a:ext cx="2377440" cy="2377440"/>
          </a:xfrm>
          <a:prstGeom prst="ellipse">
            <a:avLst/>
          </a:prstGeom>
          <a:solidFill>
            <a:srgbClr val="00C2FF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AstraX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651760" y="3017520"/>
            <a:ext cx="3840480" cy="1097280"/>
          </a:xfrm>
          <a:prstGeom prst="roundRect">
            <a:avLst>
              <a:gd name="adj" fmla="val 11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C2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34640" y="30632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Naveen Kumar R  •  Ghanavanth P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Sagar MR  •  Veerabhadresh T 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ASTRAX  •  OPEN MODEL EVALUATION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Analysis of Open-Weight AI Models</dc:title>
  <dc:subject>PptxGenJS Presentation</dc:subject>
  <dc:creator>PptxGenJS</dc:creator>
  <cp:lastModifiedBy>PptxGenJS</cp:lastModifiedBy>
  <cp:revision>1</cp:revision>
  <dcterms:created xsi:type="dcterms:W3CDTF">2026-10-24T10:32:24Z</dcterms:created>
  <dcterms:modified xsi:type="dcterms:W3CDTF">2026-10-24T10:32:24Z</dcterms:modified>
</cp:coreProperties>
</file>